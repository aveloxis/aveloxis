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632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Aveloxis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a 9-Year Python Project in Go. In 5 days.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14400" y="3108960"/>
            <a:ext cx="237744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32004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Years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91440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Python (Augur)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657600" y="3108960"/>
            <a:ext cx="237744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2004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5760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Days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365760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rewrite in Go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00800" y="3108960"/>
            <a:ext cx="237744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320040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80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$1,000</a:t>
            </a:r>
            <a:endParaRPr lang="en-US" sz="2400" dirty="0"/>
          </a:p>
        </p:txBody>
      </p:sp>
      <p:sp>
        <p:nvSpPr>
          <p:cNvPr id="17" name="Text 11"/>
          <p:cNvSpPr/>
          <p:nvPr/>
        </p:nvSpPr>
        <p:spPr>
          <a:xfrm>
            <a:off x="640080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API tokens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Goggins  ·  University of Missouri  ·  April 2026</a:t>
            </a:r>
            <a:endParaRPr lang="en-US" sz="1200" dirty="0"/>
          </a:p>
        </p:txBody>
      </p:sp>
      <p:pic>
        <p:nvPicPr>
          <p:cNvPr id="1026" name="Picture 2" descr="aveloxis-banner-1200x300">
            <a:extLst>
              <a:ext uri="{FF2B5EF4-FFF2-40B4-BE49-F238E27FC236}">
                <a16:creationId xmlns:a16="http://schemas.microsoft.com/office/drawing/2014/main" id="{5CCEB43E-2940-2CAA-7268-14E84B839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012"/>
            <a:ext cx="9144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Augur (Python)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years of accumulated technical debt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Python worker architecture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RabbitMQ dependencies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deploy and scale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data integrity issues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400K+ repo scale unreachable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Aveloxis (Go)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199" y="1874520"/>
            <a:ext cx="3475463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binary, zero runtime deps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scheduler + HTTP/2 clients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JSONB pipeline for scale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3-process deployment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contributor IDs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INSERT has ON CONFLICT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License, vulnerability, and SPDX/</a:t>
            </a:r>
            <a:r>
              <a:rPr lang="en-US" sz="1400" dirty="0" err="1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CycloneDX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 SBOM features added.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 Claude's API Console — 6 sessions over 5 days, ~$1K in tokens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Method: Claude Console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(claude.ai/code)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6304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Detailed CLAUDE.md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24942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docs, pitfalls, schema details — Claude's persistent context across sessions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670048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630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Session-based iteration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63040" y="29992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focused sessions: foundation → polish → API → visualization → scanning → debugging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3419856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463040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schema as input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63040" y="374904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Augur's 108-table PostgreSQL schema provided as reference for parity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4169664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1440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463040" y="4242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Test-driven verification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63040" y="44988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unit tests, source-code scanning tests for idempotency guarantees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4782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CLAUDE.md file grew with each session — accumulating pitfalls, architecture decisions, and debugging notes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1: Foundation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6, Morning  ·  v0.2.0 → v0.4.4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0" y="320040"/>
            <a:ext cx="18288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0" y="365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→ 108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0" y="822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62179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81328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426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Staged JSONB Pipeline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16824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API fetching from relational writes — built for 400K+ repo scale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084832"/>
            <a:ext cx="8046720" cy="62179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94560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Facade/Git Log Collector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25880" y="239572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clones, git log --numstat parsing, per-file commit rows in 500-row batches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2798064"/>
            <a:ext cx="8046720" cy="62179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907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Contributor Resolution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25880" y="310896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upserts with in-memory dedup, affiliation resolution with domain matching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511296"/>
            <a:ext cx="8046720" cy="62179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21024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 Materialized Views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325880" y="382219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scheduled rebuild, dependency scanning (15 ecosystems), libyear (12 registries)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4224528"/>
            <a:ext cx="8046720" cy="62179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334256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25880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Prelim Phase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325880" y="453542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detection, dead repo sidelining, duplicate URL detection, graceful shutdown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4818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 tests  ·  Comprehensive README  ·  ReadTheDocs 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 2–3: Polish &amp; API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6 PM – April 7 AM  ·  v0.5.0 → v0.6.2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2: Reliability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GUI search + pagination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intelligence (core/search/GraphQL buckets)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NullTime timestamp safety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Non-retryable 400/422 errors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startup migrations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84048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3: Integrations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 (:8383)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GraphQL for repo_info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OpenSSF Scorecard integration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ecosystem parsers, 12 registries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generation (CycloneDX + SPDX)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worker scheduler fix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fix: Scheduler changed from one-job-per-tick to greedy fill-all-slots — 40 workers filled in seconds instead of 400s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 4–5: Viz &amp; Scanning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7 PM – April 8  ·  v0.7.4 → v0.10.7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4: Visualization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interactive Chart.js time-series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5 repos, Raw/100%/Z-Score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 overhaul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storage &amp; download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repo paste, breadcrumbs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84048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5: Code Scanning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scorecard (3-6x fewer API calls)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ScanCode Toolkit (4 tables, 30-day cycle)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enrichment (evidence.licenses)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license dashboard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aveloxis_scan schema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1,000+ repos  ·  29K contributors  ·  483K commits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39" y="320040"/>
            <a:ext cx="77404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6: Production Debugging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9–10  ·  v0.10.7 → v0.11.0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74980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3152" cy="7498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Heartbeat Locking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6276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RecoverStaleLocks was stealing active jobs hourly on large repos, destroying staging data. Fixed: 30s heartbeats.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8046720" cy="74980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3152" cy="7498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203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Contributor SQL Syntax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4963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CONFLICT ON CONSTRAINT (invalid PG) caused 131K messages to lose contributor attribution. Silent for entire lifetime.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8046720" cy="74980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73152" cy="7498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Enrichment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3649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13K+ contributors had empty profiles. Added EnrichThinContributors phase (GET /users/{login}).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8046720" cy="74980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73152" cy="7498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941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Gap Fill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23367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issue/PR numbers from API, diffs against DB, fetches only missing items + 2 edge items per gap.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debugging session proved Claude could diagnose and fix production issues — not just generate greenfield code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at a Glance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64592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GitHub/GitLab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2103120"/>
            <a:ext cx="164592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(bare clone)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3017520"/>
            <a:ext cx="164592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3017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931920"/>
            <a:ext cx="164592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3931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1645920"/>
            <a:ext cx="2011680" cy="2377440"/>
          </a:xfrm>
          <a:prstGeom prst="rect">
            <a:avLst/>
          </a:prstGeom>
          <a:solidFill>
            <a:srgbClr val="0EA5E9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164592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JSONB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0" y="1188720"/>
            <a:ext cx="1645920" cy="3474720"/>
          </a:xfrm>
          <a:prstGeom prst="rect">
            <a:avLst/>
          </a:prstGeom>
          <a:solidFill>
            <a:srgbClr val="1A4731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0" y="1188720"/>
            <a:ext cx="1645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112+ tables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schemas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mat views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1371600"/>
            <a:ext cx="1280160" cy="731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0" y="13716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:8383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2377440"/>
            <a:ext cx="1280160" cy="731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8952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GUI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0" y="3383280"/>
            <a:ext cx="1280160" cy="731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89520" y="3383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:5555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20240" y="1527048"/>
            <a:ext cx="82296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920240" y="2441448"/>
            <a:ext cx="82296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920240" y="3355848"/>
            <a:ext cx="82296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920240" y="4270248"/>
            <a:ext cx="82296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834640"/>
            <a:ext cx="73152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32320" y="1737360"/>
            <a:ext cx="4572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132320" y="2743200"/>
            <a:ext cx="4572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32320" y="3749040"/>
            <a:ext cx="4572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the Numbers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2344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112+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schemas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383280" y="109728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2344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200+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338328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idempotency scans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17920" y="109728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2344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621792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Parsers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+ 12 libyear registries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01752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31546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2800" dirty="0"/>
          </a:p>
        </p:txBody>
      </p:sp>
      <p:sp>
        <p:nvSpPr>
          <p:cNvPr id="18" name="Text 12"/>
          <p:cNvSpPr/>
          <p:nvPr/>
        </p:nvSpPr>
        <p:spPr>
          <a:xfrm>
            <a:off x="54864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scheduled rebuild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383280" y="301752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315468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38328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v0.11.0</a:t>
            </a:r>
            <a:endParaRPr lang="en-US" sz="2800" dirty="0"/>
          </a:p>
        </p:txBody>
      </p:sp>
      <p:sp>
        <p:nvSpPr>
          <p:cNvPr id="22" name="Text 15"/>
          <p:cNvSpPr/>
          <p:nvPr/>
        </p:nvSpPr>
        <p:spPr>
          <a:xfrm>
            <a:off x="338328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v0.2.0 in 5 days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217920" y="301752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315468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1792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1,000+</a:t>
            </a:r>
            <a:endParaRPr lang="en-US" sz="2800" dirty="0"/>
          </a:p>
        </p:txBody>
      </p:sp>
      <p:sp>
        <p:nvSpPr>
          <p:cNvPr id="26" name="Text 18"/>
          <p:cNvSpPr/>
          <p:nvPr/>
        </p:nvSpPr>
        <p:spPr>
          <a:xfrm>
            <a:off x="621792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Repos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29K contributors, 483K commits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Proves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80467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247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expertise + AI = force multiplier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years of knowing what Augur should be made it possible to direct Claude effectively. The human brings the architecture; the AI brings the throughput.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8046720" cy="80467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0391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is the secret weapon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17320" y="2331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document that grew across sessions — accumulating pitfalls, schema details, and debugging notes. Each session started smarter than the last.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880360"/>
            <a:ext cx="8046720" cy="80467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632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953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debugging is the real test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17320" y="3246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proved Claude can diagnose subtle concurrency bugs, silent SQL errors, and data integrity issues — not just generate fresh code.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8046720" cy="80467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776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867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economics are transformative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17320" y="4160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9-year, multi-developer project rebuilt in 5 days for ~$1,000. This changes what a single researcher can accomplish.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github.com/chaoss/augur → Aveloxis  ·  Sean Goggins  ·  University of Missouri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903</Words>
  <Application>Microsoft Macintosh PowerPoint</Application>
  <PresentationFormat>On-screen Show (16:9)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Aveloxis: 9 Years → 8 Days → $1,000</dc:title>
  <dc:subject>PptxGenJS Presentation</dc:subject>
  <dc:creator>Sean Goggins</dc:creator>
  <cp:lastModifiedBy>Sean Goggins </cp:lastModifiedBy>
  <cp:revision>4</cp:revision>
  <dcterms:created xsi:type="dcterms:W3CDTF">2026-04-10T19:18:16Z</dcterms:created>
  <dcterms:modified xsi:type="dcterms:W3CDTF">2026-04-10T19:41:11Z</dcterms:modified>
</cp:coreProperties>
</file>